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4F56A-B790-441F-9264-3C912CB78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CC522A-F790-45FA-B359-6A8928A8C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B58B8F-9D45-46F3-9CC2-0ED044621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B985-35BB-4C58-938B-BA859C383AC4}" type="datetimeFigureOut">
              <a:rPr lang="es-419" smtClean="0"/>
              <a:t>13/5/2026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36D934-9F80-4F0A-9217-714443479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47BEBC-B69A-4A9A-942D-A6829A9EF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2559-5D8A-4F0F-A0D2-D67A4FB00C7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48872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BA5A9F-97B1-4B3C-BE34-6E38B8927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01B53A-563C-4C11-9909-3B3097821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D24B9E-F81E-4EBF-9EDE-981E0DB19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B985-35BB-4C58-938B-BA859C383AC4}" type="datetimeFigureOut">
              <a:rPr lang="es-419" smtClean="0"/>
              <a:t>13/5/2026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9B32B2-E61B-4B92-9981-44DF11E28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16526C-C538-46D7-AED4-FB6671664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2559-5D8A-4F0F-A0D2-D67A4FB00C7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12701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84E39E-70C6-42B8-B5B6-DC743FA9C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936B95-5082-4191-852E-381909A97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A848FA-EFF2-460C-80B8-FADA8366B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B985-35BB-4C58-938B-BA859C383AC4}" type="datetimeFigureOut">
              <a:rPr lang="es-419" smtClean="0"/>
              <a:t>13/5/2026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C05A8C-9D81-4387-9EBF-6B6343A36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0BB1CB-971D-4278-A100-3ADD9B19F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2559-5D8A-4F0F-A0D2-D67A4FB00C7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6257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19816-59EF-4059-BF2A-168A95A72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BE71D7-9F70-4C18-8EF8-3ED40A7DC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48D4075-0576-4030-80A7-40D52ECFD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0B84B9-9840-4411-ACD5-77773EE90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B985-35BB-4C58-938B-BA859C383AC4}" type="datetimeFigureOut">
              <a:rPr lang="es-419" smtClean="0"/>
              <a:t>13/5/2026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FFA0AB-A2E2-450F-BC36-63D41B6E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22419A-5D33-4138-942D-110D8781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2559-5D8A-4F0F-A0D2-D67A4FB00C7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7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AD1CE3-B998-43A2-94D5-04F02D1C0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42D592-0FAA-4C15-A4E8-949836CEF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D75A365-1FFD-40C7-8710-F05CA6667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F59EB78-79A7-4DB3-9B2A-71291A357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76F308E-B485-4622-83D8-AD415AE0E8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A2BF1C7-6AD5-450B-AEAE-AE8D84504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B985-35BB-4C58-938B-BA859C383AC4}" type="datetimeFigureOut">
              <a:rPr lang="es-419" smtClean="0"/>
              <a:t>13/5/2026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A08FA31-E580-4184-8BAC-77716806E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535380-6F49-43AA-BAD1-646AD042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2559-5D8A-4F0F-A0D2-D67A4FB00C7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66154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8B5AD-84B7-4104-BB1B-4B1377458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080F63D-780C-4831-887B-C2C6BAF9F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B985-35BB-4C58-938B-BA859C383AC4}" type="datetimeFigureOut">
              <a:rPr lang="es-419" smtClean="0"/>
              <a:t>13/5/2026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6FE9C89-D0AB-4386-B466-40901C955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8ABC963-B96E-4119-9461-2DCB3C0FB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2559-5D8A-4F0F-A0D2-D67A4FB00C7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8205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952E33F-9495-4BFF-AE11-FA08E4DB3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B985-35BB-4C58-938B-BA859C383AC4}" type="datetimeFigureOut">
              <a:rPr lang="es-419" smtClean="0"/>
              <a:t>13/5/2026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29D53D8-E5D7-4136-8BDB-5B58C594D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A6868E9-02BD-472D-A7B3-1827A0CD7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2559-5D8A-4F0F-A0D2-D67A4FB00C7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93867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8D5B8-4733-4C03-A8E5-6A2BBCA49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C9DAF2-B681-46AD-8B89-94AD3D7D9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9DEB62-D364-4BDF-B1D7-0D0364910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641E4C-3BA8-4F85-A109-58A1839F5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B985-35BB-4C58-938B-BA859C383AC4}" type="datetimeFigureOut">
              <a:rPr lang="es-419" smtClean="0"/>
              <a:t>13/5/2026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1D7552-A5DA-4741-BE59-492D323D3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76E71E-5913-44AF-AA91-1E8365811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2559-5D8A-4F0F-A0D2-D67A4FB00C7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577653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D2312-3E87-40D2-B9F0-864E22B4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DAB333E-2CA7-4E6B-BE24-5855F2E08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625957-BB6E-44B8-8447-D76620B5E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F36417-6209-4C18-B4E3-D885B858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B985-35BB-4C58-938B-BA859C383AC4}" type="datetimeFigureOut">
              <a:rPr lang="es-419" smtClean="0"/>
              <a:t>13/5/2026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66FDA3-844B-4838-A2B0-0159044C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F9A6B4-D73F-42D7-95F6-59E75EE15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2559-5D8A-4F0F-A0D2-D67A4FB00C7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08972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F70932-E797-4B00-AD8F-B6582930C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493C59-A90D-466F-BEB7-B8118FD78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B820E5-9CCD-458D-B9C5-426D3D39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B985-35BB-4C58-938B-BA859C383AC4}" type="datetimeFigureOut">
              <a:rPr lang="es-419" smtClean="0"/>
              <a:t>13/5/2026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53836F-74B2-4BB7-92EA-580115CBD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460C41-19AA-4866-9BE3-344284AC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2559-5D8A-4F0F-A0D2-D67A4FB00C7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1900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8C523AE-44C7-4175-9912-D2EEEB1DFF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E8E9EC5-9908-4711-BE71-D4609C20C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89D650-265D-4496-BAF2-298EBC86A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B985-35BB-4C58-938B-BA859C383AC4}" type="datetimeFigureOut">
              <a:rPr lang="es-419" smtClean="0"/>
              <a:t>13/5/2026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87DBBC-E3A4-43E0-A311-2DC58813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C25CFB-81A7-4E65-93CD-5F42F4E32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2559-5D8A-4F0F-A0D2-D67A4FB00C7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46081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F37D2-B0A1-49A5-B4A7-03A77EA5A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F6F67C-DFED-47D7-BA7E-B69017DB3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1F212A-C6E7-4AB1-9383-A879476F1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B985-35BB-4C58-938B-BA859C383AC4}" type="datetimeFigureOut">
              <a:rPr lang="es-419" smtClean="0"/>
              <a:t>13/5/2026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3BA414-4CD0-49E0-B1C7-FB377CA37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425201-EE8B-4683-ADBB-4F9A29F3B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D2559-5D8A-4F0F-A0D2-D67A4FB00C7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88561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A3BDEE2-2F8A-4A66-9B03-A1A765596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3DF7C8-D84D-4D53-9246-3C8A58272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204ABB-9E23-4047-8454-7C33039C5D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AB985-35BB-4C58-938B-BA859C383AC4}" type="datetimeFigureOut">
              <a:rPr lang="es-419" smtClean="0"/>
              <a:t>13/5/2026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3EFE1B-EA25-480A-A99C-598A4046D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1D1A50-BBB0-43A8-AF01-1EE8D7AE3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D2559-5D8A-4F0F-A0D2-D67A4FB00C7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49622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FEDE0-2127-4844-9014-751AB9E5E1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419"/>
              <a:t>AUY1105 - Infraestructura como Código II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03CE6A-9EFF-4D81-9D6D-3804CF354E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/>
              <a:t>Presentación para EA2 ACT2.7 y ACT2.8</a:t>
            </a:r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46828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E0A3C0-D08D-4AFF-B9E4-77D8DC098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/>
              <a:t>ACT2.7: Pruebas de Compatibilidad y Documentación de Resultados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42EF6A-BEE6-48A1-9E6A-9DFE45AAF1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/>
              <a:t>Desarrollo de la actividad: Iniciar Lab, Crear EC2, Conectar, Subir script, Aplicar Terraform, Ejecutar pruebas con Terratest.</a:t>
            </a:r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81045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761C5D-9641-49AE-9C8F-32E40FDA3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/>
              <a:t>Pasos en ACT2.7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F82318-C41B-4799-B160-5765F8202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/>
              <a:t>1. Iniciar Laboratorio Learner Lab en AWS Academy.</a:t>
            </a:r>
          </a:p>
          <a:p>
            <a:r>
              <a:rPr lang="es-419"/>
              <a:t>2. Crear Instancia EC2 (t2.micro, Amazon Linux 2).</a:t>
            </a:r>
          </a:p>
          <a:p>
            <a:r>
              <a:rPr lang="es-419"/>
              <a:t>3. Conectarse a la Instancia EC2 via SSH.</a:t>
            </a:r>
          </a:p>
          <a:p>
            <a:r>
              <a:rPr lang="es-419"/>
              <a:t>4. Subir y ejecutar install.sh.</a:t>
            </a:r>
          </a:p>
          <a:p>
            <a:r>
              <a:rPr lang="es-419"/>
              <a:t>5. Aplicar cambios en Terraform (init, plan, apply).</a:t>
            </a:r>
          </a:p>
          <a:p>
            <a:r>
              <a:rPr lang="es-419"/>
              <a:t>6. Ejecutar pruebas con Terratest: Instalar dependencias, ejecutar go test, modificar para error y re-ejecutar.</a:t>
            </a:r>
          </a:p>
        </p:txBody>
      </p:sp>
    </p:spTree>
    <p:extLst>
      <p:ext uri="{BB962C8B-B14F-4D97-AF65-F5344CB8AC3E}">
        <p14:creationId xmlns:p14="http://schemas.microsoft.com/office/powerpoint/2010/main" val="3275342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B56E6-229B-4CEC-973D-CB14920110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/>
              <a:t>ACT2.8: Implementación de Cambios con Documentación de Migración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9D2533-72DC-4CD1-8894-8B6F8355BC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/>
              <a:t>Desarrollo de la actividad: Iniciar Lab, Crear EC2, Conectar, Subir script, Aplicar Terraform, Crear S3 deprecated, Actualizar provider, Corregir warnings.</a:t>
            </a:r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7037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45188-F29D-4652-8EA5-6EA44959F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/>
              <a:t>Pasos en ACT2.8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560024-688B-4D20-A068-E7DE80D7D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/>
              <a:t>1. Iniciar Laboratorio Learner Lab en AWS Academy.</a:t>
            </a:r>
          </a:p>
          <a:p>
            <a:r>
              <a:rPr lang="es-419"/>
              <a:t>2. Crear Instancia EC2 (t2.micro, Amazon Linux 2).</a:t>
            </a:r>
          </a:p>
          <a:p>
            <a:r>
              <a:rPr lang="es-419"/>
              <a:t>3. Conectarse a la Instancia EC2 via SSH.</a:t>
            </a:r>
          </a:p>
          <a:p>
            <a:r>
              <a:rPr lang="es-419"/>
              <a:t>4. Subir y ejecutar install.sh.</a:t>
            </a:r>
          </a:p>
          <a:p>
            <a:r>
              <a:rPr lang="es-419"/>
              <a:t>5. Aplicar cambios en Terraform (init, plan).</a:t>
            </a:r>
          </a:p>
          <a:p>
            <a:r>
              <a:rPr lang="es-419"/>
              <a:t>6. Crear archivo S3 deprecated, ejecutar plan, actualizar provider a ~&gt;4.0, init -upgrade, corregir website_configuration, apply.</a:t>
            </a:r>
          </a:p>
        </p:txBody>
      </p:sp>
    </p:spTree>
    <p:extLst>
      <p:ext uri="{BB962C8B-B14F-4D97-AF65-F5344CB8AC3E}">
        <p14:creationId xmlns:p14="http://schemas.microsoft.com/office/powerpoint/2010/main" val="1466120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35EA9-C03B-48B7-B68E-81FBD4B3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/>
              <a:t>Reflexiones de ACT2.8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D3A5CA-148F-4AA8-B741-22F9B7D63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- Planificación cuidadosa para actualizaciones de módulos.</a:t>
            </a:r>
          </a:p>
          <a:p>
            <a:r>
              <a:rPr lang="es-MX"/>
              <a:t>- Documentación detallada y accesible.</a:t>
            </a:r>
          </a:p>
          <a:p>
            <a:r>
              <a:rPr lang="es-MX"/>
              <a:t>- Manejo de riesgos y transición fluida.</a:t>
            </a:r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539232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</Words>
  <Application>Microsoft Office PowerPoint</Application>
  <PresentationFormat>Panorámica</PresentationFormat>
  <Paragraphs>24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AUY1105 - Infraestructura como Código II</vt:lpstr>
      <vt:lpstr>ACT2.7: Pruebas de Compatibilidad y Documentación de Resultados</vt:lpstr>
      <vt:lpstr>Pasos en ACT2.7</vt:lpstr>
      <vt:lpstr>ACT2.8: Implementación de Cambios con Documentación de Migración</vt:lpstr>
      <vt:lpstr>Pasos en ACT2.8</vt:lpstr>
      <vt:lpstr>Reflexiones de ACT2.8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AUY1105 - Infraestructura como Código II</dc:title>
  <dc:creator>MA-Alumno</dc:creator>
  <cp:lastModifiedBy>MA-Alumno</cp:lastModifiedBy>
  <cp:revision>1</cp:revision>
  <dcterms:created xsi:type="dcterms:W3CDTF">2026-05-13T23:12:27Z</dcterms:created>
  <dcterms:modified xsi:type="dcterms:W3CDTF">2026-05-13T23:12:27Z</dcterms:modified>
</cp:coreProperties>
</file>